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5EC3392-E436-4818-8664-5AFDB08CAF4B}">
          <p14:sldIdLst>
            <p14:sldId id="256"/>
          </p14:sldIdLst>
        </p14:section>
        <p14:section name="The problem" id="{E5D019CE-2FF6-4B42-87FE-682509954BB5}">
          <p14:sldIdLst>
            <p14:sldId id="257"/>
            <p14:sldId id="258"/>
          </p14:sldIdLst>
        </p14:section>
        <p14:section name="The answer" id="{4B717092-F2E8-4585-8875-6189C7A3E06E}">
          <p14:sldIdLst>
            <p14:sldId id="259"/>
          </p14:sldIdLst>
        </p14:section>
        <p14:section name="The five calls" id="{086CCC3F-D05B-4893-87A2-B6AB2523D60B}">
          <p14:sldIdLst>
            <p14:sldId id="260"/>
            <p14:sldId id="261"/>
            <p14:sldId id="262"/>
            <p14:sldId id="263"/>
            <p14:sldId id="264"/>
          </p14:sldIdLst>
        </p14:section>
        <p14:section name="Will it hold" id="{0315A2D8-1051-47B8-B587-F11970DBCCFC}">
          <p14:sldIdLst>
            <p14:sldId id="265"/>
          </p14:sldIdLst>
        </p14:section>
        <p14:section name="What next" id="{6E460A0B-AE78-468C-8797-21F42BF6437C}">
          <p14:sldIdLst>
            <p14:sldId id="266"/>
            <p14:sldId id="267"/>
          </p14:sldIdLst>
        </p14:section>
        <p14:section name="Us" id="{B58F936E-DB36-4136-A3CC-A037BAC150EF}">
          <p14:sldIdLst>
            <p14:sldId id="268"/>
            <p14:sldId id="269"/>
          </p14:sldIdLst>
        </p14:section>
        <p14:section name="Close" id="{7EB07F50-8D3E-4C52-BAAC-9D45B3DE912A}">
          <p14:sldIdLst>
            <p14:sldId id="27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Meet the Wongs. Adrian, 54, wants his capital, retirement and health protected. Carmen, 49, runs a business and wants money that reflects her values. Ryan, 24, holds crypto. Chloe, 16, starts university in 2028. On paper, they're secure: HK$24.4 million, 41% of income saved, little debt.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But will it last? Our written case measured investments alone: 33%. The fairer test is what a sensible family would do: sell the business when Carmen retires, keep the flat, and sell it only if they must. Across 10,000 simulated markets, in 51% they must. In a typical one, Carmen, at 83 and on her own, sells the home where they raised Ryan and Chloe. By 86 the money has run out again, and the wealth meant for their children pays the bills: of HK$24.4 million, just HK$2.3M is left to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Lookbua: Thanks, Pete. Call one: insure the income, not the life. Neither parent has disability cover: if one couldn't work, their pay would stop. So disability cover comes first, 65% of pay until they retire; then critical illness, medical cover of their own, and a term-life top-up. About HK$100K a year, 14% of their surplus. Term, because the need ends at retirement. And within three months: wills, a guardian for Chloe, powers of attorney, and a buy-sell agreement so her business survives her. Fahtai.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Fahtai: Thanks, Lookbua. Call two: the home and the business will pay for their retirement either way. The question is when, and on whose terms. At 65 they choose: stay, with a reverse mortgage paying HK$230K a year for life, or downsize. The business is sold in stages to her co-founder and managers; we count only HK$3 million of its five. A survivor plans on 70%, and the MPF buys annuities. Four decisions, taken now: 83%, not 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Fahtai: Call three: the cost their budget leaves out. Kept on Flexi for life, medical premiums climb to HK$375K a year. So at Adrian's 75 they review the tier: the Standard plan costs about a third as much. And from 2039, two spending rules: no raise for inflation after a year markets fall, and a 10% trim only if they draw on savings too fast; essentials are never cut. Remember that future? Now the money lasts to 89, and the home stays theirs. The odds: 97% with the review, almost every future with the rules. Win.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 Thanks, Fahtai. Call four: one family policy, a plan for each person. Today HK$2.5 million sits idle in cash, and most of their shares are in funds charging 1.5% a year. We give every dollar a job: a twelve-month reserve; HK$2.57 million for Chloe's degree, funded today wherever she goes; and a portfolio each, Adrian 40% in shares, Carmen 60%. Ryan saves 30% of his pay in a plan of his own. Index funds alone save HK$45K a year.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 Call five: values and innovation, with guardrails. Carmen asked for 20 to 25% in ESG. We reach 25%, up from 11%, in SFC-listed funds that must pass two ratings. Crypto isn't yes or no, it's sized per person. Adrian holds none; Carmen up to 2%, through an ETF; Ryan keeps his HK$500K but adds nothing new, so its share falls from 74% of his wealth to 20% by 35. Lookbua.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Lookbua: Then we tried to break the plan. The hardest test: Adrian loses his job at 60. The four decisions alone last in 30% of futures; the full plan, 83%. Years of low returns, or high inflation with dearer medical care: 92% or better. And if Carmen lives to 95: 99%.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Lookbua: It starts this month: wills and a joint account in month one, the cover within three months, a portfolio each within six, a family meeting at a year. After that, dates trigger each step: Chloe's offer in 2028, the business from 2035, the home and the annuities from 2037, the medical review in 2047. Pete.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The legacy the case is named for: in the futures where Carmen had to sell, the plan leaves Ryan and Chloe HK$7.7M, not HK$2.3M. And if either parent dies early, the wills name a guardian for Chloe and hold each child's share in trust until 25, 30 and 35. Meanwhile, a scholarship in sustainable design joins Carmen's mission to Chloe's interest.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And for us? Since 2021, Wealth Management Connect has let residents of Hong Kong, Macao and nine mainland cities invest across the boundary, now up to three million renminbi each. Southbound, a Hong Kong bank won't solicit or recommend across the boundary unless the investor asks, so an adviser's value is a clear, suitable answer. We kept Northbound out: their home, income and business are all in Hong Kong. If Adrian's work moves across the boundary, it becomes the right tool.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 descr="Built to Las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2" descr="On paper, the Wongs are secure, for a plan that must last forty year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3" descr="Their own way, Carmen is forced to sell the home at about 83, too late to save the money or the inheritanc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4" descr="Five calls make their wealth last, on their term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5" descr="Insure the income, not the life: about HK$100K a year closes every gap"/>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6" descr="Decide now, not at 83: four decisions on what they own and spend lift the odds from 62% to 8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7" descr="Fix the cost the budget ignores: in that same future, the money now lasts to 89 and the home stays their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8" descr="One family policy, a plan for each person: every dollar gets a job"/>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9" descr="Values and innovation, with guardrails: ESG at 25%, crypto sized for each perso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0" descr="Tested against the worst: even if Adrian loses his job at 60, the plan hold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1" descr="It starts this month and closes every gap within a year; after that, dates trigger each step"/>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2" descr="In the very futures where their own way sells the home, the plan leaves Ryan and Chloe HK$7.7M, not HK$2.3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3" descr="The Connect is growing both ways: for the Wongs a tool for later, for us the market we want to ser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4" descr="Four planners, one aim: families like the Wongs, on both sides of the boundar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ide 15" descr="Built to Las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keywords/>
  <dc:description/>
  <cp:lastModifiedBy>Team Axis</cp:lastModifiedBy>
  <cp:revision>1</cp:revision>
  <dcterms:created xsi:type="dcterms:W3CDTF">2026-10-25T10:35:04Z</dcterms:created>
  <dcterms:modified xsi:type="dcterms:W3CDTF">2026-10-25T10:35:04Z</dcterms:modified>
  <cp:category/>
</cp:coreProperties>
</file>